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Dashboard Design – Sales Financial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Analyst Internship – Task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an interactive dashboard to help business stakeholders analyze sales and profit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Financial Dataset (CSV format)</a:t>
            </a:r>
          </a:p>
          <a:p>
            <a:r>
              <a:t>Used for analyzing sales, profit, and order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</a:t>
            </a:r>
          </a:p>
          <a:p>
            <a:r>
              <a:t>• Total Profit</a:t>
            </a:r>
          </a:p>
          <a:p>
            <a:r>
              <a:t>• Total Orders</a:t>
            </a:r>
          </a:p>
          <a:p>
            <a:r>
              <a:t>• Sales Growth Percentage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</a:t>
            </a:r>
          </a:p>
          <a:p>
            <a:r>
              <a:t>• Time Series Sales Trend</a:t>
            </a:r>
          </a:p>
          <a:p>
            <a:r>
              <a:t>• Region Wise Sales Analysis</a:t>
            </a:r>
          </a:p>
          <a:p>
            <a:r>
              <a:t>• Category Wise Profit Analysis</a:t>
            </a:r>
          </a:p>
          <a:p>
            <a:r>
              <a:t>• Interactive Filters (Year, Region, Category)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changes month wise</a:t>
            </a:r>
          </a:p>
          <a:p>
            <a:r>
              <a:t>• Some regions generate higher revenue</a:t>
            </a:r>
          </a:p>
          <a:p>
            <a:r>
              <a:t>• Profit varies by product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in quick decision making</a:t>
            </a:r>
          </a:p>
          <a:p>
            <a:r>
              <a:t>• Helps track business performance</a:t>
            </a:r>
          </a:p>
          <a:p>
            <a:r>
              <a:t>• Helps identify trends and opportunities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dashboards help businesses understand data easily and support better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Dashboard Design – Sales Financial Analysis</vt:lpstr>
      <vt:lpstr>Objective</vt:lpstr>
      <vt:lpstr>Dataset Used</vt:lpstr>
      <vt:lpstr>Key KPIs</vt:lpstr>
      <vt:lpstr>Dashboard Features</vt:lpstr>
      <vt:lpstr>Key Insights</vt:lpstr>
      <vt:lpstr>Business Value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Irfan khan</dc:creator>
  <cp:keywords/>
  <dc:description>generated using python-pptx</dc:description>
  <cp:lastModifiedBy>hp Laptop</cp:lastModifiedBy>
  <cp:revision>1</cp:revision>
  <dcterms:created xsi:type="dcterms:W3CDTF">2013-01-27T09:14:16Z</dcterms:created>
  <dcterms:modified xsi:type="dcterms:W3CDTF">2026-02-17T14:36:28Z</dcterms:modified>
  <cp:category/>
</cp:coreProperties>
</file>